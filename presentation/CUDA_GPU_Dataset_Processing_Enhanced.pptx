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PARALLEL &amp; GPU COMPUTING (PGC-03)</a:t>
            </a:r>
          </a:p>
          <a:p>
            <a:pPr>
              <a:spcBef>
                <a:spcPts val="800"/>
              </a:spcBef>
              <a:defRPr sz="3600" b="1">
                <a:solidFill>
                  <a:srgbClr val="1E293B"/>
                </a:solidFill>
              </a:defRPr>
            </a:pPr>
            <a:r>
              <a:t>GPU Dataset Processing using CUDA</a:t>
            </a:r>
          </a:p>
          <a:p>
            <a:pPr>
              <a:spcBef>
                <a:spcPts val="800"/>
              </a:spcBef>
              <a:defRPr sz="1500">
                <a:solidFill>
                  <a:srgbClr val="64748B"/>
                </a:solidFill>
              </a:defRPr>
            </a:pPr>
            <a:r>
              <a:t>Execution time, speedup, memory-transfer overhead, and CUDA Stream pipelining: sequential CPU vs. parallel CUDA on an NVIDIA GPU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329184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383280"/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01FE24BCI021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Joel Biju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01FE24BCI012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Mehak Sayed Yusuf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01FE24BCI024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Akshay Bhat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01FE24BCI008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Vageesh Mathad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132320" y="3291840"/>
            <a:ext cx="4297680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System Environment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GPU: NVIDIA Quadro T2000 Max-Q (4GB GDDR6)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Architecture: NVIDIA Turing (1024 CUDA Cores)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CUDA Compiler: nvcc with -O2 optimization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Driver: 595.95 | CUDA Version: 13.2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Platform: Windows 11 64-bit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Experiment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Theme</a:t>
            </a:r>
          </a:p>
          <a:p>
            <a:pPr>
              <a:spcBef>
                <a:spcPts val="200"/>
              </a:spcBef>
              <a:defRPr sz="1700" b="1">
                <a:solidFill>
                  <a:srgbClr val="1E293B"/>
                </a:solidFill>
              </a:defRPr>
            </a:pPr>
            <a:r>
              <a:t>GPU Dataset Processing</a:t>
            </a:r>
          </a:p>
          <a:p>
            <a:pPr>
              <a:spcBef>
                <a:spcPts val="1600"/>
              </a:spcBef>
              <a:defRPr sz="1300">
                <a:solidFill>
                  <a:srgbClr val="64748B"/>
                </a:solidFill>
              </a:defRPr>
            </a:pPr>
            <a:r>
              <a:t>Parallel Mode</a:t>
            </a:r>
          </a:p>
          <a:p>
            <a:pPr>
              <a:spcBef>
                <a:spcPts val="200"/>
              </a:spcBef>
              <a:defRPr sz="1700" b="1">
                <a:solidFill>
                  <a:srgbClr val="2563EB"/>
                </a:solidFill>
              </a:defRPr>
            </a:pPr>
            <a:r>
              <a:t>CUDA on an NVIDIA GPU</a:t>
            </a:r>
          </a:p>
          <a:p>
            <a:pPr>
              <a:spcBef>
                <a:spcPts val="1600"/>
              </a:spcBef>
              <a:defRPr sz="1300">
                <a:solidFill>
                  <a:srgbClr val="64748B"/>
                </a:solidFill>
              </a:defRPr>
            </a:pPr>
            <a:r>
              <a:t>Main Task</a:t>
            </a:r>
          </a:p>
          <a:p>
            <a:pPr>
              <a:spcBef>
                <a:spcPts val="200"/>
              </a:spcBef>
              <a:defRPr sz="1700" b="1">
                <a:solidFill>
                  <a:srgbClr val="1E293B"/>
                </a:solidFill>
              </a:defRPr>
            </a:pPr>
            <a:r>
              <a:t>Element-wise operation: Output[i] = Input[i] ×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What We Measured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Processing time across 5 dataset sizes (1M to 50M elements), evaluated over 5 repeated iterations each.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CPU sequential time vs. OpenMP multi-core time vs. CUDA kernel time vs. Total CUDA time (including PCIe transfers).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Speedup metrics and result verification for every individual run.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The impact of PCIe transfer latency and how CUDA Stream pipelining overcomes this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Dataset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228600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Dataset Run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Number of Elements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Approx. Float Data Size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Dataset 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1,000,000 (1M)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~4 MB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Dataset 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5,000,000 (5M)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~20 MB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Dataset 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10,000,000 (10M)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~40 MB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Dataset 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20,000,000 (20M)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~80 MB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Dataset 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50,000,000 (50M)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~200 MB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463040"/>
            <a:ext cx="3383280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Generated in Code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• Single-precision floats</a:t>
            </a:r>
            <a:br/>
            <a:r>
              <a:t>• Formula: h_input[i] = (float)(i % 1000)</a:t>
            </a:r>
            <a:br/>
            <a:r>
              <a:t>• No external dataset downloads required</a:t>
            </a:r>
            <a:br/>
            <a:r>
              <a:t>• Eliminates disk I/O noise during timing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Method &amp;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Generate data on host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463040"/>
            <a:ext cx="20116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2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Run CPU loop (baseline timing)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463040"/>
            <a:ext cx="20116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3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Copy Host → Device (PCIe)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463040"/>
            <a:ext cx="20116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4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Launch CUDA kernel in parallel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463040"/>
            <a:ext cx="20116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5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Copy back &amp; verify correctness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System Requirements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 NVIDIA Quadro T2000 GPU + Driver 595.95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 CUDA Toolkit 13.2 (nvcc), compiled with -O2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 Windows 11 64-bit environment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 Python with Matplotlib, NumPy, Pandas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212080" cy="237744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Speedup Definitions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 Total (end-to-end): CPU Time ÷ Total CUDA Time (includes PCIe transfers)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 Kernel (compute-only): CPU Time ÷ CUDA Kernel Time (isolates GPU compute)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 Pipelined Speedup: CPU Time ÷ Overlapped Pipelined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Average Results (5 Iterations)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463040"/>
                <a:gridCol w="1645920"/>
                <a:gridCol w="1463040"/>
                <a:gridCol w="1463040"/>
                <a:gridCol w="1554480"/>
              </a:tblGrid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Dataset Size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Avg CPU (ms)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Avg Kernel (ms)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Avg Total CUDA (ms)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Speedup (Total)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Speedup (Kernel)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0.97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0.473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2.22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0.43x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2.04x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5,000,000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4.72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0.592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8.32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0.57x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7.97x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10,000,000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8.45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0.698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16.27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0.52x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12.11x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20,000,000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17.43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0.930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30.65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0.57x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18.74x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50,000,000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46.18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1.594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80.05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0.58x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28.97x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Key Finding: All 25 runs produced correct output. Kernel speedup grows with size (reaching ~29x), while synchronous total speedup stays below 1x.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Kernel Speedup Across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Dataset Size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 1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 2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 3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 4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 5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1.89x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2.11x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1.64x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2.00x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2.51x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2.04x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5,000,000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9.15x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6.66x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7.67x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10.62x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6.85x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7.97x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10,000,000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13.23x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15.67x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13.37x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11.53x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8.74x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12.11x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20,000,000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18.70x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18.90x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18.46x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19.69x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17.99x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18.74x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50,000,000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27.73x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29.45x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29.31x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32.53x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26.14x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28.97x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Larger datasets yield more stable results (50M: 26.1x to 32.5x). Smaller sizes exhibit higher variance due to fixed launch overhead and timer resolution.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Kernel Speedup Scales with Data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16A34A"/>
                </a:solidFill>
              </a:defRPr>
            </a:pPr>
            <a:r>
              <a:t>28.97x</a:t>
            </a:r>
          </a:p>
          <a:p>
            <a:pPr>
              <a:spcBef>
                <a:spcPts val="800"/>
              </a:spcBef>
              <a:defRPr sz="1600" b="1">
                <a:solidFill>
                  <a:srgbClr val="1E293B"/>
                </a:solidFill>
              </a:defRPr>
            </a:pPr>
            <a:r>
              <a:t>kernel compute speedup at 50M elements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up from 2.04x at 1M elements</a:t>
            </a:r>
          </a:p>
          <a:p>
            <a:pPr>
              <a:spcBef>
                <a:spcPts val="1600"/>
              </a:spcBef>
              <a:defRPr sz="1200">
                <a:solidFill>
                  <a:srgbClr val="64748B"/>
                </a:solidFill>
              </a:defRPr>
            </a:pPr>
            <a:r>
              <a:t>As dataset size expands, thousands of threads saturate the GPU's streaming multiprocessors, amortizing warp scheduling costs and delivering massive parallel acceleration.</a:t>
            </a:r>
          </a:p>
        </p:txBody>
      </p:sp>
      <p:pic>
        <p:nvPicPr>
          <p:cNvPr id="5" name="Picture 4" descr="speedu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Execution Time: CPU vs. CUDA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The kernel alone is far faster than the CPU, but copying data over PCIe pushes total synchronous CUDA time above CPU time.</a:t>
            </a:r>
          </a:p>
        </p:txBody>
      </p:sp>
      <p:pic>
        <p:nvPicPr>
          <p:cNvPr id="5" name="Picture 4" descr="execution_tim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3152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645920"/>
            <a:ext cx="3108960" cy="4572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Runtime Dynamics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CPU Sequential scales linearly with problem size (0.97 ms to 46.18 ms).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CUDA Kernel takes merely 1.59 ms even at 50 million elements.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PCIe Transfers require ~78.4 ms at 50M, eclipsing the compute phase.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Total Synchronous Time reaches 80.05 ms, higher than the CPU alone!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Performance Analysis: Why Total CUDA Time Exceeds CPU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PCIe Transfer Overhead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cudaMemcpy moves data Host → Device → Host across the PCIe bus, with high fixed transfer latency and bus bandwidth limits.</a:t>
            </a:r>
          </a:p>
          <a:p>
            <a:pPr>
              <a:spcBef>
                <a:spcPts val="2000"/>
              </a:spcBef>
              <a:defRPr sz="1600" b="1">
                <a:solidFill>
                  <a:srgbClr val="1E293B"/>
                </a:solidFill>
              </a:defRPr>
            </a:pPr>
            <a:r>
              <a:t>Driver &amp; Context Setup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cudaMalloc, CUDA driver context initialization, and kernel launch queues add fixed baseline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400" b="1">
                <a:solidFill>
                  <a:srgbClr val="DC2626"/>
                </a:solidFill>
              </a:defRPr>
            </a:pPr>
            <a:r>
              <a:t>98%</a:t>
            </a:r>
          </a:p>
          <a:p>
            <a:pPr>
              <a:spcBef>
                <a:spcPts val="1000"/>
              </a:spcBef>
              <a:defRPr sz="1500" b="1">
                <a:solidFill>
                  <a:srgbClr val="1E293B"/>
                </a:solidFill>
              </a:defRPr>
            </a:pPr>
            <a:r>
              <a:t>of total CUDA time at 50M elements is spent on data transfer and PCIe overhead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Only 1.59 ms is compute, while 78.46 ms is bus transfer!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Only 1 FLOP per Element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Arithmetic intensity = 1 FLOP / 4 bytes read.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Workloads with low compute density cannot hide PCIe transfer overhead under synchronous execution.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CPU executes directly in RAM, avoiding PCIe penalties entirely.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 Conclusion: In synchronous CUDA, memory transfer is the ultimate bottleneck.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Why Compare Kernel Time vs. CPU Time?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Raw Parallel Capability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Shows the true compute potential of thousands of GPU threads without PCIe bus-transfer noise.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0698480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Architecture Potential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Shows how massively parallel hardware handles element-wise work once data is already in high-bandwidth VRAM.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E22CE"/>
                </a:solidFill>
              </a:defRPr>
            </a:pPr>
            <a:r>
              <a:t>Optimization Guidance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Reveals whether an application is limited by GPU compute density or by PCIe bus bandwidth—guiding future pipelining.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Our Technical Enhancement: Resolving the PCIe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563EB"/>
                </a:solidFill>
              </a:defRPr>
            </a:pPr>
            <a:r>
              <a:t>Instead of stopping at synchronous limitations, our team implemented two architectural optimizations: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1. Asynchronous CUDA Streams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Pinned Memory (cudaMallocHost): Enables Direct Memory Access (DMA) without CPU staging buffers.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4 Independent Streams: Dataset is sliced into 4 chunks executed concurrently.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Overlapped Execution: Host-to-Device transfer of chunk k+1 overlaps with kernel computation of chunk k.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Result: Total runtime drops from 80.05 ms to 36.50 ms (&gt; 54% latency cut!), achieving 1.27x net speedup!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E22CE"/>
                </a:solidFill>
              </a:defRPr>
            </a:pPr>
            <a:r>
              <a:t>2. Vectorized float4 Memory Access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128-Bit Transactions: Each thread loads and stores 4 floats simultaneously using float4.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Memory Bus Saturation: Satures the Quadro T2000's 128-bit memory bus width with fewer instructions.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Kernel Compute Boost: Reduces kernel execution time from 1.59 ms to 1.21 ms (1.32x faster).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Effective Bandwidth: Pushes memory throughput from 50.2 GB/s to 66.2 GB/s, reaching 38.2x compute speedup over CPU!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Stream Pipelining Timeline &amp; Bandwidth Saturation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pic>
        <p:nvPicPr>
          <p:cNvPr id="4" name="Picture 3" descr="cuda_stream_pipel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4754880"/>
          </a:xfrm>
          <a:prstGeom prst="rect">
            <a:avLst/>
          </a:prstGeom>
        </p:spPr>
      </p:pic>
      <p:pic>
        <p:nvPicPr>
          <p:cNvPr id="5" name="Picture 4" descr="memory_bandwidth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Conclusion &amp;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28.97x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Kernel speedup at 50M elements (up to 38.2x with float4)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563EB"/>
                </a:solidFill>
              </a:defRPr>
            </a:pPr>
            <a:r>
              <a:t>2.04x → 28.97x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Kernel speedup scaling from 1M to 50M elements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2120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C2626"/>
                </a:solidFill>
              </a:defRPr>
            </a:pPr>
            <a:r>
              <a:t>~98%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of baseline synchronous CUDA time is PCIe transfer at 50M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2120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7E22CE"/>
                </a:solidFill>
              </a:defRPr>
            </a:pPr>
            <a:r>
              <a:t>&gt; 54%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Latency reduction achieved via Asynchronous CUDA Stream Pipelining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645920"/>
            <a:ext cx="9445752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563EB"/>
                </a:solidFill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1800">
                <a:solidFill>
                  <a:srgbClr val="1E293B"/>
                </a:solidFill>
              </a:defRPr>
            </a:pPr>
            <a:r>
              <a:t>GPU Dataset Processing using CUDA</a:t>
            </a:r>
          </a:p>
          <a:p>
            <a:pPr algn="ctr">
              <a:spcBef>
                <a:spcPts val="1600"/>
              </a:spcBef>
              <a:defRPr sz="1300">
                <a:solidFill>
                  <a:srgbClr val="64748B"/>
                </a:solidFill>
              </a:defRPr>
            </a:pPr>
            <a:r>
              <a:t>Joel Biju (01FE24BCI021)   •   Mehak Sayed Yusuf (01FE24BCI012)</a:t>
            </a:r>
            <a:br/>
            <a:r>
              <a:t>Akshay Bhat (01FE24BCI024)   •   Vageesh Mathad (01FE24BCI008)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